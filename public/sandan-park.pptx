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app" ContentType="image/ap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ap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572000" cy="45720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09848" y="5029200"/>
            <a:ext cx="4572000" cy="4572000"/>
          </a:xfrm>
          <a:prstGeom prst="ellipse">
            <a:avLst/>
          </a:prstGeom>
          <a:solidFill>
            <a:srgbClr val="FACC1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산업단지 청년 정책 해커톤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19202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🎮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0" y="292608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산단</a:t>
            </a:r>
            <a:pPr algn="ctr" indent="0" marL="0">
              <a:buNone/>
            </a:pPr>
            <a:r>
              <a:rPr lang="en-US" sz="80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파크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산업단지에서 산다. 레벨업하며 산다.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산단 청년 근로자의 외로움을 온·오프 믹스 RPG로 전환하는 게이미피케이션 플랫폼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58521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구미 · 창원 · 완주    |    2026.04.18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/ 13  ·  sandan-park.vercel.app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572000" cy="45720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09848" y="5029200"/>
            <a:ext cx="4572000" cy="4572000"/>
          </a:xfrm>
          <a:prstGeom prst="ellipse">
            <a:avLst/>
          </a:prstGeom>
          <a:solidFill>
            <a:srgbClr val="FACC1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943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F4444">
              <a:alpha val="20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94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문제 정의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1072865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김산단, 28세.
</a:t>
            </a:r>
            <a:pPr indent="0" marL="0">
              <a:buNone/>
            </a:pPr>
            <a:r>
              <a:rPr lang="en-US" sz="4400" b="1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구미산단 3년차.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외지에서 와 혼자 산다. 9시부터 6시까지 일. 퇴근 후에는 혼술, 게임, 잠.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1650949" cy="1417320"/>
          </a:xfrm>
          <a:prstGeom prst="roundRect">
            <a:avLst>
              <a:gd name="adj" fmla="val 9677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904488"/>
            <a:ext cx="16509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07:00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4069080"/>
            <a:ext cx="165094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😴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77240" y="4663440"/>
            <a:ext cx="1559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알람 두 번 끄고 겨우 기상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47061" y="3794760"/>
            <a:ext cx="1650949" cy="1417320"/>
          </a:xfrm>
          <a:prstGeom prst="roundRect">
            <a:avLst>
              <a:gd name="adj" fmla="val 9677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7061" y="3904488"/>
            <a:ext cx="16509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08:30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47061" y="4069080"/>
            <a:ext cx="165094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592781" y="4663440"/>
            <a:ext cx="1559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 안에서 편의점 삼각김밥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62602" y="3794760"/>
            <a:ext cx="1650949" cy="1417320"/>
          </a:xfrm>
          <a:prstGeom prst="roundRect">
            <a:avLst>
              <a:gd name="adj" fmla="val 9677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62602" y="3904488"/>
            <a:ext cx="16509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09-18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62602" y="4069080"/>
            <a:ext cx="165094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08322" y="4663440"/>
            <a:ext cx="1559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일, 일, 일...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8144" y="3794760"/>
            <a:ext cx="1650949" cy="1417320"/>
          </a:xfrm>
          <a:prstGeom prst="roundRect">
            <a:avLst>
              <a:gd name="adj" fmla="val 9677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8144" y="3904488"/>
            <a:ext cx="16509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19:00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78144" y="4069080"/>
            <a:ext cx="165094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🍜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23864" y="4663440"/>
            <a:ext cx="1559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라면, 맥주 2캔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93685" y="3794760"/>
            <a:ext cx="1650949" cy="1417320"/>
          </a:xfrm>
          <a:prstGeom prst="roundRect">
            <a:avLst>
              <a:gd name="adj" fmla="val 9677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93685" y="3904488"/>
            <a:ext cx="16509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22:00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93685" y="4069080"/>
            <a:ext cx="165094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039405" y="4663440"/>
            <a:ext cx="1559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게임하다 잠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809226" y="3794760"/>
            <a:ext cx="1650949" cy="1417320"/>
          </a:xfrm>
          <a:prstGeom prst="roundRect">
            <a:avLst>
              <a:gd name="adj" fmla="val 9677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09226" y="3904488"/>
            <a:ext cx="16509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809226" y="4069080"/>
            <a:ext cx="165094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😔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9854946" y="4663440"/>
            <a:ext cx="1559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외로움, 이직 욕구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" y="5440680"/>
            <a:ext cx="10728655" cy="594360"/>
          </a:xfrm>
          <a:prstGeom prst="roundRect">
            <a:avLst>
              <a:gd name="adj" fmla="val 23077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4406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"갈 곳이 없어요. 같이 놀 사람도 없어요. 매일 이직만 생각해요."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13  ·  sandan-park.vercel.app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572000" cy="45720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09848" y="5029200"/>
            <a:ext cx="4572000" cy="4572000"/>
          </a:xfrm>
          <a:prstGeom prst="ellipse">
            <a:avLst/>
          </a:prstGeom>
          <a:solidFill>
            <a:srgbClr val="FACC1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943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EF4444">
              <a:alpha val="20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94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문제 정의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김산단 한 명의 이야기가 아니다.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 리빙랩 · 구미·창원·완주 공통 페인포인트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1999427" cy="2468880"/>
          </a:xfrm>
          <a:prstGeom prst="roundRect">
            <a:avLst>
              <a:gd name="adj" fmla="val 6860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108960"/>
            <a:ext cx="199942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😔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199942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외로움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1816547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느슨한 연결 부재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13827" y="2834640"/>
            <a:ext cx="1999427" cy="2468880"/>
          </a:xfrm>
          <a:prstGeom prst="roundRect">
            <a:avLst>
              <a:gd name="adj" fmla="val 6860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13827" y="3108960"/>
            <a:ext cx="199942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🚫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913827" y="3977640"/>
            <a:ext cx="199942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갈 곳 없음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05267" y="4434840"/>
            <a:ext cx="1816547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공원·도서관·심야식당 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96134" y="2834640"/>
            <a:ext cx="1999427" cy="2468880"/>
          </a:xfrm>
          <a:prstGeom prst="roundRect">
            <a:avLst>
              <a:gd name="adj" fmla="val 6860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6134" y="3108960"/>
            <a:ext cx="199942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🎲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5096134" y="3977640"/>
            <a:ext cx="199942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놀 줄 모름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87574" y="4434840"/>
            <a:ext cx="1816547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취미 레퍼런스 없음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78441" y="2834640"/>
            <a:ext cx="1999427" cy="2468880"/>
          </a:xfrm>
          <a:prstGeom prst="roundRect">
            <a:avLst>
              <a:gd name="adj" fmla="val 6860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78441" y="3108960"/>
            <a:ext cx="199942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📵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7278441" y="3977640"/>
            <a:ext cx="199942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고립된 앱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69881" y="4434840"/>
            <a:ext cx="1816547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블라인드=대기업, 소모임=도시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460748" y="2834640"/>
            <a:ext cx="1999427" cy="2468880"/>
          </a:xfrm>
          <a:prstGeom prst="roundRect">
            <a:avLst>
              <a:gd name="adj" fmla="val 6860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60748" y="3108960"/>
            <a:ext cx="199942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🏭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9460748" y="3977640"/>
            <a:ext cx="199942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이미지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552188" y="4434840"/>
            <a:ext cx="1816547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산단=칙칙·삭막·일터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5806440"/>
            <a:ext cx="10728655" cy="502920"/>
          </a:xfrm>
          <a:prstGeom prst="roundRect">
            <a:avLst>
              <a:gd name="adj" fmla="val 27273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80644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산업단지 </a:t>
            </a:r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1,330개</a:t>
            </a:r>
            <a:pPr algn="ctr" indent="0" marL="0">
              <a:buNone/>
            </a:pPr>
            <a:r>
              <a:rPr lang="en-US" sz="1300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→     문화친화 산단 2027년까지 10개 (정부 목표)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13  ·  sandan-park.vercel.app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572000" cy="45720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09848" y="5029200"/>
            <a:ext cx="4572000" cy="4572000"/>
          </a:xfrm>
          <a:prstGeom prst="ellipse">
            <a:avLst/>
          </a:prstGeom>
          <a:solidFill>
            <a:srgbClr val="FACC1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943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94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B4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관점 전환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123444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만약 산단이 </a:t>
            </a:r>
            <a:pPr algn="ctr" indent="0" marL="0">
              <a:buNone/>
            </a:pPr>
            <a:r>
              <a:rPr lang="en-US" sz="54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RPG 맵</a:t>
            </a:r>
            <a:pPr algn="ctr" indent="0" marL="0">
              <a:buNone/>
            </a:pPr>
            <a:r>
              <a:rPr lang="en-US" sz="54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이라면?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371600" y="2606040"/>
            <a:ext cx="94484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배틀그라운드 맵의 삭막함에서 리소스를 주워 미션을 클리어하면 자기효능감이 생긴다.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523848" y="3749040"/>
            <a:ext cx="2834640" cy="1783080"/>
          </a:xfrm>
          <a:prstGeom prst="roundRect">
            <a:avLst>
              <a:gd name="adj" fmla="val 7692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3848" y="40233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trike="sngStrike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회색 공장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23848" y="45720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🎡 테마파크 어트랙션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78528" y="3749040"/>
            <a:ext cx="2834640" cy="1783080"/>
          </a:xfrm>
          <a:prstGeom prst="roundRect">
            <a:avLst>
              <a:gd name="adj" fmla="val 7692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8528" y="40233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trike="sngStrike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출퇴근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78528" y="45720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 퀘스트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833208" y="3749040"/>
            <a:ext cx="2834640" cy="1783080"/>
          </a:xfrm>
          <a:prstGeom prst="roundRect">
            <a:avLst>
              <a:gd name="adj" fmla="val 7692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33208" y="40233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trike="sngStrike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33208" y="45720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🤝 트라이브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" y="603504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"산업단지의 풍경 자체를 획득·성장·보상의 게임 공간으로 재해석한다."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13  ·  sandan-park.vercel.app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572000" cy="45720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09848" y="5029200"/>
            <a:ext cx="4572000" cy="4572000"/>
          </a:xfrm>
          <a:prstGeom prst="ellipse">
            <a:avLst/>
          </a:prstGeom>
          <a:solidFill>
            <a:srgbClr val="FACC1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943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94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솔루션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산단파크</a:t>
            </a:r>
            <a:pPr indent="0" marL="0">
              <a:buNone/>
            </a:pPr>
            <a:r>
              <a:rPr lang="en-US" sz="40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한 줄 소개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건강한 습관과 사회적 연결을 퀘스트로, 산단 전체를 게임 맵으로, 전국 산단을 트라이브 올림픽으로.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2510714" cy="2651760"/>
          </a:xfrm>
          <a:prstGeom prst="roundRect">
            <a:avLst>
              <a:gd name="adj" fmla="val 5463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90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251071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🗺️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25107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산단 RPG 맵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68680" y="4846320"/>
            <a:ext cx="22363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어트랙션 핀, 바텀시트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0834" y="2926080"/>
            <a:ext cx="2510714" cy="2651760"/>
          </a:xfrm>
          <a:prstGeom prst="roundRect">
            <a:avLst>
              <a:gd name="adj" fmla="val 5463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3714" y="3090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0834" y="3429000"/>
            <a:ext cx="251071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🎯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3470834" y="4389120"/>
            <a:ext cx="25107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퀘스트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607994" y="4846320"/>
            <a:ext cx="22363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루틴 + 소셜 퀘스트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0148" y="2926080"/>
            <a:ext cx="2510714" cy="2651760"/>
          </a:xfrm>
          <a:prstGeom prst="roundRect">
            <a:avLst>
              <a:gd name="adj" fmla="val 5463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3028" y="3090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0148" y="3429000"/>
            <a:ext cx="251071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🏰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6210148" y="4389120"/>
            <a:ext cx="25107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트라이브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347308" y="4846320"/>
            <a:ext cx="22363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빌리지, 부족 올림픽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49461" y="2926080"/>
            <a:ext cx="2510714" cy="2651760"/>
          </a:xfrm>
          <a:prstGeom prst="roundRect">
            <a:avLst>
              <a:gd name="adj" fmla="val 5463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2341" y="3090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49461" y="3429000"/>
            <a:ext cx="251071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🪙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8949461" y="4389120"/>
            <a:ext cx="25107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SDC 보상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086621" y="4846320"/>
            <a:ext cx="22363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코인 + 지역 상권 할인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45920" y="5806440"/>
            <a:ext cx="8899855" cy="457200"/>
          </a:xfrm>
          <a:prstGeom prst="roundRect">
            <a:avLst>
              <a:gd name="adj" fmla="val 50000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45920" y="5806440"/>
            <a:ext cx="8899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반응형 웹앱 · PWA    ·    설치 없이 QR로 접속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13  ·  sandan-park.vercel.app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572000" cy="45720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09848" y="5029200"/>
            <a:ext cx="4572000" cy="4572000"/>
          </a:xfrm>
          <a:prstGeom prst="ellipse">
            <a:avLst/>
          </a:prstGeom>
          <a:solidFill>
            <a:srgbClr val="FACC1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943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94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솔루션 데모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 대시보드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SDC · 레벨 링 · 주간 미션 프로그레스.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6583680" cy="475488"/>
          </a:xfrm>
          <a:prstGeom prst="roundRect">
            <a:avLst>
              <a:gd name="adj" fmla="val 28846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83280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🌅 7시 기상 인증 → +10 SDC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6583680" cy="475488"/>
          </a:xfrm>
          <a:prstGeom prst="roundRect">
            <a:avLst>
              <a:gd name="adj" fmla="val 28846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31920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🥗 건강식 인증 → +15 SDC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6583680" cy="475488"/>
          </a:xfrm>
          <a:prstGeom prst="roundRect">
            <a:avLst>
              <a:gd name="adj" fmla="val 28846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480560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🚶 걸어서 출근 → 스텝당 +1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029200"/>
            <a:ext cx="6583680" cy="475488"/>
          </a:xfrm>
          <a:prstGeom prst="roundRect">
            <a:avLst>
              <a:gd name="adj" fmla="val 28846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029200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🌿 플로깅 → +30 SDC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60807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버튼 한 번 → 코인 팝업 애니메이션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88375" y="457200"/>
            <a:ext cx="2971800" cy="5943600"/>
          </a:xfrm>
          <a:prstGeom prst="roundRect">
            <a:avLst>
              <a:gd name="adj" fmla="val 9846"/>
            </a:avLst>
          </a:prstGeom>
          <a:solidFill>
            <a:srgbClr val="0A0F1E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79815" y="548640"/>
            <a:ext cx="2788920" cy="5760720"/>
          </a:xfrm>
          <a:prstGeom prst="roundRect">
            <a:avLst>
              <a:gd name="adj" fmla="val 721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79815" y="31546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📱 홈 화면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79815" y="35204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↗ sandan-park.vercel.app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79815" y="3886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데모: 브라우저에서 접속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13  ·  sandan-park.vercel.app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572000" cy="45720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09848" y="5029200"/>
            <a:ext cx="4572000" cy="4572000"/>
          </a:xfrm>
          <a:prstGeom prst="ellipse">
            <a:avLst/>
          </a:prstGeom>
          <a:solidFill>
            <a:srgbClr val="FACC1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943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94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솔루션 데모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산단 RPG 맵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산업단지를 게임 맵으로. 핀을 탭하면 참여·보상·거리 정보가 바로 뜬다.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6583680" cy="475488"/>
          </a:xfrm>
          <a:prstGeom prst="roundRect">
            <a:avLst>
              <a:gd name="adj" fmla="val 28846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83280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🏃 산단 러닝 트랙     🍳 소셜다이닝 키친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6583680" cy="475488"/>
          </a:xfrm>
          <a:prstGeom prst="roundRect">
            <a:avLst>
              <a:gd name="adj" fmla="val 28846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31920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📚 산단도서관          🧗 클라이밍 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6583680" cy="475488"/>
          </a:xfrm>
          <a:prstGeom prst="roundRect">
            <a:avLst>
              <a:gd name="adj" fmla="val 28846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480560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🌿 플로깅 존            ☕ 속닥속닥 카페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0807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7가지 어트랙션 · 실시간 참여자 수 · 경로 안내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88375" y="457200"/>
            <a:ext cx="2971800" cy="5943600"/>
          </a:xfrm>
          <a:prstGeom prst="roundRect">
            <a:avLst>
              <a:gd name="adj" fmla="val 9846"/>
            </a:avLst>
          </a:prstGeom>
          <a:solidFill>
            <a:srgbClr val="0A0F1E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79815" y="548640"/>
            <a:ext cx="2788920" cy="5760720"/>
          </a:xfrm>
          <a:prstGeom prst="roundRect">
            <a:avLst>
              <a:gd name="adj" fmla="val 721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79815" y="31546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🗺️ 산단 RPG 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79815" y="35204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↗ sandan-park.vercel.app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79815" y="3886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데모: 브라우저에서 접속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13  ·  sandan-park.vercel.app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572000" cy="45720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09848" y="5029200"/>
            <a:ext cx="4572000" cy="4572000"/>
          </a:xfrm>
          <a:prstGeom prst="ellipse">
            <a:avLst/>
          </a:prstGeom>
          <a:solidFill>
            <a:srgbClr val="FACC1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943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94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솔루션 데모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트라이브 · 온라인 빌리지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에스토니아 시민권처럼 — 취향 기반 부족에 소속. 전국 산단 명량운동회로 경쟁·연결.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6583680" cy="475488"/>
          </a:xfrm>
          <a:prstGeom prst="roundRect">
            <a:avLst>
              <a:gd name="adj" fmla="val 28846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83280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🔥 LIVE · 전국 산단 명량운동회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6583680" cy="475488"/>
          </a:xfrm>
          <a:prstGeom prst="roundRect">
            <a:avLst>
              <a:gd name="adj" fmla="val 28846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31920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 창원 새벽러너스          12,450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6583680" cy="475488"/>
          </a:xfrm>
          <a:prstGeom prst="roundRect">
            <a:avLst>
              <a:gd name="adj" fmla="val 28846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480560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#2 완주 쿠킹메이트          11,280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029200"/>
            <a:ext cx="6583680" cy="475488"/>
          </a:xfrm>
          <a:prstGeom prst="roundRect">
            <a:avLst>
              <a:gd name="adj" fmla="val 28846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029200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#3 구미 수요러너스 👑       10,920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60807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온라인에서 친해진 뒤 오프라인 아지트로 안전하게 만남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88375" y="457200"/>
            <a:ext cx="2971800" cy="5943600"/>
          </a:xfrm>
          <a:prstGeom prst="roundRect">
            <a:avLst>
              <a:gd name="adj" fmla="val 9846"/>
            </a:avLst>
          </a:prstGeom>
          <a:solidFill>
            <a:srgbClr val="0A0F1E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79815" y="548640"/>
            <a:ext cx="2788920" cy="5760720"/>
          </a:xfrm>
          <a:prstGeom prst="roundRect">
            <a:avLst>
              <a:gd name="adj" fmla="val 721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79815" y="31546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🏰 트라이브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79815" y="35204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↗ sandan-park.vercel.app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79815" y="38862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데모: 브라우저에서 접속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13  ·  sandan-park.vercel.app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572000" cy="45720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09848" y="5029200"/>
            <a:ext cx="4572000" cy="4572000"/>
          </a:xfrm>
          <a:prstGeom prst="ellipse">
            <a:avLst/>
          </a:prstGeom>
          <a:solidFill>
            <a:srgbClr val="FACC1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943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94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보상 체계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SDC</a:t>
            </a:r>
            <a:pPr indent="0" marL="0">
              <a:buNone/>
            </a:pPr>
            <a:r>
              <a:rPr lang="en-US" sz="40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재미 &amp; 지역 경제 순환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5181448" cy="3291840"/>
          </a:xfrm>
          <a:prstGeom prst="roundRect">
            <a:avLst>
              <a:gd name="adj" fmla="val 4167"/>
            </a:avLst>
          </a:prstGeom>
          <a:solidFill>
            <a:srgbClr val="22C55E">
              <a:alpha val="10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834640"/>
            <a:ext cx="444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획득 라인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154680"/>
            <a:ext cx="444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게이미피케이션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3931920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 퀘스트 완료 → SDC 코인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389120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⚡ XP 누적 → 레벨업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4846320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🏅 뱃지 해금 · 연속 달성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5303520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🏆 부족 랭킹 상승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78728" y="2560320"/>
            <a:ext cx="5181448" cy="3291840"/>
          </a:xfrm>
          <a:prstGeom prst="roundRect">
            <a:avLst>
              <a:gd name="adj" fmla="val 4167"/>
            </a:avLst>
          </a:prstGeom>
          <a:solidFill>
            <a:srgbClr val="FACC15">
              <a:alpha val="8000"/>
            </a:srgbClr>
          </a:solidFill>
          <a:ln w="9525">
            <a:solidFill>
              <a:srgbClr val="FACC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4488" y="2834640"/>
            <a:ext cx="444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지출 라인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44488" y="3154680"/>
            <a:ext cx="444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상권 연계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44488" y="3931920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☕ 제휴 카페 20% 할인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44488" y="4389120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🍳 소셜다이닝 참가권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44488" y="4846320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💇 미용실 · 식당 쿠폰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44488" y="5303520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🎫 특별 이벤트 티켓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"보조금을 직접 지원이 아니라 재미로 포장한 지역경제 순환."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13  ·  sandan-park.vercel.app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572000" cy="45720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09848" y="5029200"/>
            <a:ext cx="4572000" cy="4572000"/>
          </a:xfrm>
          <a:prstGeom prst="ellipse">
            <a:avLst/>
          </a:prstGeom>
          <a:solidFill>
            <a:srgbClr val="FACC1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943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94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성장 구조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12주 · 3단계 레벨업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3362858" cy="3520440"/>
          </a:xfrm>
          <a:prstGeom prst="roundRect">
            <a:avLst>
              <a:gd name="adj" fmla="val 4079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468880"/>
            <a:ext cx="3362858" cy="10972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43200"/>
            <a:ext cx="33628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1-2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154680"/>
            <a:ext cx="33628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👀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33628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Lv.1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33628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견습생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5074920"/>
            <a:ext cx="29970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눈으로 구경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솔로 퀘스트 소소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14418" y="2468880"/>
            <a:ext cx="3362858" cy="3520440"/>
          </a:xfrm>
          <a:prstGeom prst="roundRect">
            <a:avLst>
              <a:gd name="adj" fmla="val 4079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4418" y="2468880"/>
            <a:ext cx="3362858" cy="10972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14418" y="2743200"/>
            <a:ext cx="33628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3-6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14418" y="3154680"/>
            <a:ext cx="33628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🧭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4414418" y="4297680"/>
            <a:ext cx="33628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Lv.2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14418" y="4572000"/>
            <a:ext cx="33628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탐험가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97298" y="5074920"/>
            <a:ext cx="29970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소셜 퀘스트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부족 가입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 아지트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97317" y="2468880"/>
            <a:ext cx="3362858" cy="3520440"/>
          </a:xfrm>
          <a:prstGeom prst="roundRect">
            <a:avLst>
              <a:gd name="adj" fmla="val 4079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7317" y="2468880"/>
            <a:ext cx="3362858" cy="10972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7317" y="2743200"/>
            <a:ext cx="33628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7-12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97317" y="3154680"/>
            <a:ext cx="33628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👑</a:t>
            </a:r>
            <a:endParaRPr lang="en-US" sz="7200" dirty="0"/>
          </a:p>
        </p:txBody>
      </p:sp>
      <p:sp>
        <p:nvSpPr>
          <p:cNvPr id="27" name="Text 25"/>
          <p:cNvSpPr/>
          <p:nvPr/>
        </p:nvSpPr>
        <p:spPr>
          <a:xfrm>
            <a:off x="8097317" y="4297680"/>
            <a:ext cx="33628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Lv.3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97317" y="4572000"/>
            <a:ext cx="33628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길드마스터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80197" y="5074920"/>
            <a:ext cx="29970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챌린지 주최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부족 리더십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멘토링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13  ·  sandan-park.vercel.app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572000" cy="45720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09848" y="5029200"/>
            <a:ext cx="4572000" cy="4572000"/>
          </a:xfrm>
          <a:prstGeom prst="ellipse">
            <a:avLst/>
          </a:prstGeom>
          <a:solidFill>
            <a:srgbClr val="FACC1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943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94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효과성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12주 뒤, 김산단은 —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공장, 다른 하루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1650949" cy="1463040"/>
          </a:xfrm>
          <a:prstGeom prst="roundRect">
            <a:avLst>
              <a:gd name="adj" fmla="val 9375"/>
            </a:avLst>
          </a:prstGeom>
          <a:solidFill>
            <a:srgbClr val="22C55E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70048"/>
            <a:ext cx="16509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06:52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165094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🌅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15595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기상 인증 +10코인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47061" y="2560320"/>
            <a:ext cx="1650949" cy="1463040"/>
          </a:xfrm>
          <a:prstGeom prst="roundRect">
            <a:avLst>
              <a:gd name="adj" fmla="val 9375"/>
            </a:avLst>
          </a:prstGeom>
          <a:solidFill>
            <a:srgbClr val="22C55E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7061" y="2670048"/>
            <a:ext cx="16509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08:10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47061" y="2834640"/>
            <a:ext cx="165094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🥗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592781" y="3429000"/>
            <a:ext cx="15595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 인증 +15코인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62602" y="2560320"/>
            <a:ext cx="1650949" cy="1463040"/>
          </a:xfrm>
          <a:prstGeom prst="roundRect">
            <a:avLst>
              <a:gd name="adj" fmla="val 9375"/>
            </a:avLst>
          </a:prstGeom>
          <a:solidFill>
            <a:srgbClr val="22C55E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62602" y="2670048"/>
            <a:ext cx="16509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08:30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62602" y="2834640"/>
            <a:ext cx="165094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🚶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08322" y="3429000"/>
            <a:ext cx="15595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걸어서 출근 +20코인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8144" y="2560320"/>
            <a:ext cx="1650949" cy="1463040"/>
          </a:xfrm>
          <a:prstGeom prst="roundRect">
            <a:avLst>
              <a:gd name="adj" fmla="val 9375"/>
            </a:avLst>
          </a:prstGeom>
          <a:solidFill>
            <a:srgbClr val="22C55E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8144" y="2670048"/>
            <a:ext cx="16509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19:00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78144" y="2834640"/>
            <a:ext cx="165094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23864" y="3429000"/>
            <a:ext cx="15595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수요 독서토론 +50코인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93685" y="2560320"/>
            <a:ext cx="1650949" cy="1463040"/>
          </a:xfrm>
          <a:prstGeom prst="roundRect">
            <a:avLst>
              <a:gd name="adj" fmla="val 9375"/>
            </a:avLst>
          </a:prstGeom>
          <a:solidFill>
            <a:srgbClr val="22C55E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93685" y="2670048"/>
            <a:ext cx="16509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20:30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93685" y="2834640"/>
            <a:ext cx="165094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🍳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039405" y="3429000"/>
            <a:ext cx="15595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소셜다이닝 +60코인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809226" y="2560320"/>
            <a:ext cx="1650949" cy="1463040"/>
          </a:xfrm>
          <a:prstGeom prst="roundRect">
            <a:avLst>
              <a:gd name="adj" fmla="val 9375"/>
            </a:avLst>
          </a:prstGeom>
          <a:solidFill>
            <a:srgbClr val="22C55E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09226" y="2670048"/>
            <a:ext cx="16509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809226" y="2834640"/>
            <a:ext cx="165094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😊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9854946" y="3429000"/>
            <a:ext cx="15595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소속감, '살만하다'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" y="4343400"/>
            <a:ext cx="3393338" cy="1371600"/>
          </a:xfrm>
          <a:prstGeom prst="roundRect">
            <a:avLst>
              <a:gd name="adj" fmla="val 10000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52628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친구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4846320"/>
            <a:ext cx="33933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trike="sngStrike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0명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516636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EE7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24명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4399178" y="4343400"/>
            <a:ext cx="3393338" cy="1371600"/>
          </a:xfrm>
          <a:prstGeom prst="roundRect">
            <a:avLst>
              <a:gd name="adj" fmla="val 10000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99178" y="452628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외출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99178" y="4846320"/>
            <a:ext cx="33933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trike="sngStrike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399178" y="516636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DE6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7회</a:t>
            </a:r>
            <a:endParaRPr lang="en-US" sz="2800" dirty="0"/>
          </a:p>
        </p:txBody>
      </p:sp>
      <p:sp>
        <p:nvSpPr>
          <p:cNvPr id="42" name="Shape 40"/>
          <p:cNvSpPr/>
          <p:nvPr/>
        </p:nvSpPr>
        <p:spPr>
          <a:xfrm>
            <a:off x="8066837" y="4343400"/>
            <a:ext cx="3393338" cy="1371600"/>
          </a:xfrm>
          <a:prstGeom prst="roundRect">
            <a:avLst>
              <a:gd name="adj" fmla="val 10000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66837" y="4526280"/>
            <a:ext cx="33933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이직 의향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66837" y="4846320"/>
            <a:ext cx="33933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trike="sngStrike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높음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066837" y="516636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B4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낮음</a:t>
            </a:r>
            <a:endParaRPr lang="en-US" sz="2800" dirty="0"/>
          </a:p>
        </p:txBody>
      </p:sp>
      <p:sp>
        <p:nvSpPr>
          <p:cNvPr id="46" name="Shape 44"/>
          <p:cNvSpPr/>
          <p:nvPr/>
        </p:nvSpPr>
        <p:spPr>
          <a:xfrm>
            <a:off x="731520" y="5897880"/>
            <a:ext cx="10728655" cy="502920"/>
          </a:xfrm>
          <a:prstGeom prst="roundRect">
            <a:avLst>
              <a:gd name="adj" fmla="val 27273"/>
            </a:avLst>
          </a:prstGeom>
          <a:solidFill>
            <a:srgbClr val="22C55E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58978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1FA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"내가 재밌게 사는 방법이 뭔지 모르고 일만 했는데, </a:t>
            </a:r>
            <a:pPr algn="ctr" indent="0" marL="0">
              <a:buNone/>
            </a:pPr>
            <a:r>
              <a:rPr lang="en-US" sz="1300" b="1" i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산단파크가 가르쳐줬어요.</a:t>
            </a:r>
            <a:pPr algn="ctr" indent="0" marL="0">
              <a:buNone/>
            </a:pPr>
            <a:r>
              <a:rPr lang="en-US" sz="1300" i="1" dirty="0">
                <a:solidFill>
                  <a:srgbClr val="D1FA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13  ·  sandan-park.vercel.app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572000" cy="45720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09848" y="5029200"/>
            <a:ext cx="4572000" cy="4572000"/>
          </a:xfrm>
          <a:prstGeom prst="ellipse">
            <a:avLst/>
          </a:prstGeom>
          <a:solidFill>
            <a:srgbClr val="FACC1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943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94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FA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· 확장성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소프트웨어로 시간을 </a:t>
            </a:r>
            <a:pPr indent="0" marL="0">
              <a:buNone/>
            </a:pPr>
            <a:r>
              <a:rPr lang="en-US" sz="40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앞당긴다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5181448" cy="3383280"/>
          </a:xfrm>
          <a:prstGeom prst="roundRect">
            <a:avLst>
              <a:gd name="adj" fmla="val 4054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651760"/>
            <a:ext cx="454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확장 로드맵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3154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Pilot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3154680"/>
            <a:ext cx="3306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구미 파일럿 1개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703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3703320"/>
            <a:ext cx="3306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 · 완주 · 반월 +3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2519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B4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4251960"/>
            <a:ext cx="3306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문화친화 산단 10개 표준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800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4800600"/>
            <a:ext cx="3306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1,330개 중 100개 커버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78728" y="2377440"/>
            <a:ext cx="5181448" cy="3383280"/>
          </a:xfrm>
          <a:prstGeom prst="roundRect">
            <a:avLst>
              <a:gd name="adj" fmla="val 4054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8768" y="2651760"/>
            <a:ext cx="454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98768" y="315468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블라인드 (대기업)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451" y="315468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중소 산단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98768" y="370332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만보기 (걸음만)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69451" y="370332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사회적 연결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98768" y="425196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소모임 (도시)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69451" y="425196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산단 특화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98768" y="480060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정책 (HW)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69451" y="480060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커뮤니티(SW)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하드웨어 공원 하나 예산으로 </a:t>
            </a:r>
            <a:pPr algn="ctr"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100개 산단 커뮤니티</a:t>
            </a:r>
            <a:pPr algn="ctr" indent="0" marL="0">
              <a:buNone/>
            </a:pPr>
            <a:r>
              <a:rPr lang="en-US" sz="13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동시에.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13  ·  sandan-park.vercel.app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371600"/>
            <a:ext cx="4572000" cy="457200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09848" y="5029200"/>
            <a:ext cx="4572000" cy="4572000"/>
          </a:xfrm>
          <a:prstGeom prst="ellipse">
            <a:avLst/>
          </a:prstGeom>
          <a:solidFill>
            <a:srgbClr val="FACC1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0" y="10972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산업단지 = 團地 · 무리가 모인 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1645920"/>
            <a:ext cx="121916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F7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다시, 이 땅에
</a:t>
            </a:r>
            <a:pPr algn="ctr" indent="0" marL="0">
              <a:buNone/>
            </a:pPr>
            <a:r>
              <a:rPr lang="en-US" sz="64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사람을 모읍니다.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0" y="37490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게임처럼 재미있게, 지속가능하게, 전국 어디에서나.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92728" y="4480560"/>
            <a:ext cx="4206240" cy="1280160"/>
          </a:xfrm>
          <a:prstGeom prst="roundRect">
            <a:avLst>
              <a:gd name="adj" fmla="val 10714"/>
            </a:avLst>
          </a:prstGeom>
          <a:solidFill>
            <a:srgbClr val="141A2E">
              <a:alpha val="40000"/>
            </a:srgbClr>
          </a:solidFill>
          <a:ln w="9525">
            <a:solidFill>
              <a:srgbClr val="283048"/>
            </a:solidFill>
            <a:prstDash val="solid"/>
          </a:ln>
        </p:spPr>
      </p:sp>
      <p:pic>
        <p:nvPicPr>
          <p:cNvPr id="10" name="Image 0" descr="https://api.qrserver.com/v1/create-qr-code/?size=300x300&amp;data=https://sandan-park.vercel.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5608" y="4663440"/>
            <a:ext cx="914400" cy="914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72888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써보기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72888" y="5074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sandan-park.vercel.app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산단파크 — 2026 산업단지 청년 정책 해커톤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E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13  ·  sandan-park.vercel.app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산단파크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산단파크 — 2026 산업단지 청년 정책 해커톤</dc:title>
  <dc:subject>5분 발표 장표</dc:subject>
  <dc:creator>PptxGenJS</dc:creator>
  <cp:lastModifiedBy>PptxGenJS</cp:lastModifiedBy>
  <cp:revision>1</cp:revision>
  <dcterms:created xsi:type="dcterms:W3CDTF">2026-04-18T02:38:26Z</dcterms:created>
  <dcterms:modified xsi:type="dcterms:W3CDTF">2026-04-18T02:38:26Z</dcterms:modified>
</cp:coreProperties>
</file>